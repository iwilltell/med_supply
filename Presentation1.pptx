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DA590-C81B-F928-884D-797187BE8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ED5A8-7D5E-ECE0-637D-D98C15F41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73689-8A33-2919-3A4B-D61E14CA9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F450D-BBB2-485C-86F9-5C4F0C6AC2B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A46E5-9961-7E83-BD8C-7F5CF80CE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82DBD-731A-4AEE-A25F-0BD3FE276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41FE-772B-44C5-A2CD-32E6A6198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328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7A5E5-C97F-4083-90A6-1C40D563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12902-5278-1D80-B625-231E505F2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CC55C-7FCD-E03C-63B6-E5EE1723B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F450D-BBB2-485C-86F9-5C4F0C6AC2B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068C1-3617-818D-0DC7-1B25B364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EF981-BFB9-F8C7-3994-0A26D2AE1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41FE-772B-44C5-A2CD-32E6A6198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68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409D8-7847-83B4-23F7-A31C809FC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B4BED-AA27-E6E4-68B5-D7BAE0B71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E1188-125B-22F2-28E8-EE8714EB1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F450D-BBB2-485C-86F9-5C4F0C6AC2B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692C7-A3C3-F377-F9B8-F3B6C179D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A0F49-AF36-B0DF-F55B-D61CF236F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41FE-772B-44C5-A2CD-32E6A6198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820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19CD6-F71A-4B60-2C58-5007E622A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D482C-DD03-885F-159B-A3DE9025E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217886-8D6F-EB60-650A-ADBF8AE60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872F3-4AC7-7723-83AC-835348F2F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F450D-BBB2-485C-86F9-5C4F0C6AC2B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B714C-0661-600B-C190-35491B0A8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E1191-D3A5-A38D-72F1-CDED6A3A4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41FE-772B-44C5-A2CD-32E6A6198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717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D48B6-FFF7-54CD-AB0E-E893447C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18C43-ADA1-16A9-4032-35119E239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EB542-A944-FAF2-4268-62FE659C6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9382C3-B104-956A-B513-91AACC95A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0F75B8-33D6-E1D6-2ABB-AB840F243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C0BA47-F920-F8F5-1C69-FA35F5141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F450D-BBB2-485C-86F9-5C4F0C6AC2B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719425-D8C3-3FF3-4817-03149B4F5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291976-74AB-04F0-5869-AABDA2C89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41FE-772B-44C5-A2CD-32E6A6198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116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3DC72-3AFC-403A-2C1F-B8FA575CD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8B4F55-E562-83FE-8344-A4742E3B4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F450D-BBB2-485C-86F9-5C4F0C6AC2B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54E755-5E71-8C6B-44D0-4B1F0E937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1AF2C8-63EA-08C1-F879-CE7C3DA31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41FE-772B-44C5-A2CD-32E6A6198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285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55A416-B1D2-E548-6D10-A3439F13F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F450D-BBB2-485C-86F9-5C4F0C6AC2B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777C1-D168-65F6-414E-F76217CA0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16D88-41D1-1AEF-28C0-BC0552936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41FE-772B-44C5-A2CD-32E6A6198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413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90F1-FD74-0598-416C-3169ED735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561D4-7A0B-6EF8-0241-7B9B61C5E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CA483-6A1D-8DB1-3AF7-5CC848FED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8A5A6-0B4C-4C34-229A-90D49C9BD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F450D-BBB2-485C-86F9-5C4F0C6AC2B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C5A37-54F5-6BC5-3700-6D72019CD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07366-6FA6-8B2D-B487-ABBBD2314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41FE-772B-44C5-A2CD-32E6A6198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027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76FA1-A869-ECB0-CA6B-4BD5F2D6C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C82D7-364A-D5F6-255A-03EC2A363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267AE-740F-A915-8DA8-1CEC3FCEA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B2CE7-6ABD-B30F-2AAB-B7ABE9588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F450D-BBB2-485C-86F9-5C4F0C6AC2B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4447F-02FB-A256-3534-F24FACD6F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69316-7612-C13F-297D-61D025BD3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41FE-772B-44C5-A2CD-32E6A6198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563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20BCD-3E3A-2473-05A8-C9DA9F1C9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025DB-2B38-A768-3FD0-B2CBB9185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37EA1-FFFE-9F63-DCC7-B7FF6540C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F450D-BBB2-485C-86F9-5C4F0C6AC2B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ECE49-6320-E88A-399D-B847C3D87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8C556-A61A-906F-DC70-EFBD1AC7C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41FE-772B-44C5-A2CD-32E6A6198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493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C553C3-3E5C-AF3B-179C-AC60E5EE5D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7A1811-98FD-6547-A3F3-99DF41102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B00AC-F54F-A0F3-FC46-6CF8FF11B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F450D-BBB2-485C-86F9-5C4F0C6AC2B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BB38-E3FD-AF3B-011A-C0C60EC2F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F58A6-B088-3AB7-9058-3CE4D1B65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241FE-772B-44C5-A2CD-32E6A6198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211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B28591-1023-9B57-A4A8-8BC9BE3B1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D4CF5-B885-61DF-7C34-920B070F2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F058B-94A4-E5DD-3A9E-64490EEAD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DF450D-BBB2-485C-86F9-5C4F0C6AC2B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21356-405C-18AC-076E-8E7AE512D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3FEC0-BA57-B0FB-D29F-8FFF95F16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241FE-772B-44C5-A2CD-32E6A6198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565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67FAE8-0020-3765-7023-822460FA6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49" y="223390"/>
            <a:ext cx="11869347" cy="663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35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A5895A-7DB2-42BF-0FE4-4C2B15AFF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70" y="7387"/>
            <a:ext cx="11792112" cy="664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627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8C177B-18A6-FC8C-4A49-A44297D6A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45" y="130747"/>
            <a:ext cx="11873709" cy="659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507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1E2642-936F-5F34-1674-F2C31A4E4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13" y="116122"/>
            <a:ext cx="11826087" cy="662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102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D2183B-7E10-08B2-8F53-62C778DB4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54" y="232916"/>
            <a:ext cx="11808645" cy="662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294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9B9D5D-3935-44F6-F0FE-B76D47810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76" y="209100"/>
            <a:ext cx="11822452" cy="664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87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A59C16-B6A2-4556-B266-DE05EBA29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23" y="191729"/>
            <a:ext cx="11906177" cy="66662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283866-D797-C989-86EC-318EBC8E3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23" y="191729"/>
            <a:ext cx="11403016" cy="641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88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B7C0A5-33A3-D4A0-3322-AEBDB4FBC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02" y="223389"/>
            <a:ext cx="11811798" cy="662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609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921DF5-62E8-54CA-3963-6E7CA2A5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65" y="223390"/>
            <a:ext cx="11688678" cy="656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245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94DC4C-A910-1B41-0881-EC29F9B7C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39" y="213863"/>
            <a:ext cx="11944380" cy="671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575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35CE1B-422A-A141-7BC2-811DC9942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246"/>
            <a:ext cx="11984616" cy="672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751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B9131C-2EC9-6299-D773-D42C2A19A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827" y="1"/>
            <a:ext cx="12698469" cy="7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507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Kishan</dc:creator>
  <cp:lastModifiedBy>Ravi Kishan</cp:lastModifiedBy>
  <cp:revision>2</cp:revision>
  <dcterms:created xsi:type="dcterms:W3CDTF">2026-02-20T18:09:33Z</dcterms:created>
  <dcterms:modified xsi:type="dcterms:W3CDTF">2026-02-20T23:58:37Z</dcterms:modified>
</cp:coreProperties>
</file>